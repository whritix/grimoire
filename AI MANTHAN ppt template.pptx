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Calibri (MS)" panose="020B0604020202020204" charset="0"/>
      <p:regular r:id="rId12"/>
    </p:embeddedFont>
    <p:embeddedFont>
      <p:font typeface="Georgia Pro" panose="02040502050405020303" pitchFamily="18" charset="0"/>
      <p:regular r:id="rId13"/>
    </p:embeddedFont>
    <p:embeddedFont>
      <p:font typeface="Poppins Bold" panose="020B0604020202020204" charset="0"/>
      <p:regular r:id="rId14"/>
    </p:embeddedFont>
    <p:embeddedFont>
      <p:font typeface="Tahoma" panose="020B0604030504040204" pitchFamily="34" charset="0"/>
      <p:regular r:id="rId15"/>
      <p:bold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91754" y="3915665"/>
            <a:ext cx="7869354" cy="4953344"/>
          </a:xfrm>
          <a:custGeom>
            <a:avLst/>
            <a:gdLst/>
            <a:ahLst/>
            <a:cxnLst/>
            <a:rect l="l" t="t" r="r" b="b"/>
            <a:pathLst>
              <a:path w="7869354" h="4953344">
                <a:moveTo>
                  <a:pt x="0" y="0"/>
                </a:moveTo>
                <a:lnTo>
                  <a:pt x="7869354" y="0"/>
                </a:lnTo>
                <a:lnTo>
                  <a:pt x="7869354" y="4953344"/>
                </a:lnTo>
                <a:lnTo>
                  <a:pt x="0" y="4953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148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437242" y="128016"/>
            <a:ext cx="11413517" cy="900684"/>
            <a:chOff x="0" y="0"/>
            <a:chExt cx="15218022" cy="120091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01" b="-1001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01" b="-100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92913" y="4187777"/>
            <a:ext cx="9323175" cy="2251414"/>
            <a:chOff x="0" y="0"/>
            <a:chExt cx="12430900" cy="3001886"/>
          </a:xfrm>
        </p:grpSpPr>
        <p:sp>
          <p:nvSpPr>
            <p:cNvPr id="12" name="TextBox 12"/>
            <p:cNvSpPr txBox="1"/>
            <p:nvPr/>
          </p:nvSpPr>
          <p:spPr>
            <a:xfrm>
              <a:off x="3015136" y="-9525"/>
              <a:ext cx="6387917" cy="629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6"/>
                </a:lnSpc>
              </a:pPr>
              <a:r>
                <a:rPr lang="en-US" sz="3147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Your Project, Your Vision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88893"/>
              <a:ext cx="12430900" cy="1063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4"/>
                </a:lnSpc>
              </a:pPr>
              <a:r>
                <a:rPr lang="en-US" sz="5245" spc="78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The Foundation of Innovation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85860" y="2230361"/>
              <a:ext cx="6041503" cy="77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6"/>
                </a:lnSpc>
              </a:pPr>
              <a:r>
                <a:rPr lang="en-US" sz="3796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Tagline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1718238" y="7532138"/>
            <a:ext cx="12755697" cy="1336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7"/>
              </a:lnSpc>
            </a:pPr>
            <a:r>
              <a:rPr lang="en-US" sz="4456" spc="-35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[Your Team Name]</a:t>
            </a:r>
          </a:p>
          <a:p>
            <a:pPr algn="ctr">
              <a:lnSpc>
                <a:spcPts val="5347"/>
              </a:lnSpc>
            </a:pPr>
            <a:r>
              <a:rPr lang="en-US" sz="4456" spc="-35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[Your Team Leader Name]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7634" y="2547848"/>
            <a:ext cx="11850916" cy="54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5"/>
              </a:lnSpc>
              <a:spcBef>
                <a:spcPct val="0"/>
              </a:spcBef>
            </a:pPr>
            <a:r>
              <a:rPr lang="en-US" sz="303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Information Technology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89866" y="1859790"/>
            <a:ext cx="12766452" cy="63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953"/>
              </a:lnSpc>
              <a:spcBef>
                <a:spcPct val="0"/>
              </a:spcBef>
            </a:pPr>
            <a:r>
              <a:rPr lang="en-US" sz="35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Acropolis Institute of Technology and Research, Indore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4991" y="102870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08078" y="3615207"/>
            <a:ext cx="13871844" cy="3028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568" lvl="1" indent="-332784" algn="l">
              <a:lnSpc>
                <a:spcPts val="4413"/>
              </a:lnSpc>
              <a:buFont typeface="Arial"/>
              <a:buChar char="•"/>
            </a:pPr>
            <a:r>
              <a:rPr lang="en-US" sz="3677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marL="582372" lvl="1" indent="-291186" algn="l">
              <a:lnSpc>
                <a:spcPts val="3861"/>
              </a:lnSpc>
            </a:pPr>
            <a:endParaRPr lang="en-US" sz="3677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82372" lvl="1" indent="-291186" algn="l">
              <a:lnSpc>
                <a:spcPts val="3861"/>
              </a:lnSpc>
            </a:pPr>
            <a:endParaRPr lang="en-US" sz="3677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82372" lvl="1" indent="-291186" algn="just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marL="582372" lvl="1" indent="-291186" algn="just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addresses the problem</a:t>
            </a:r>
          </a:p>
          <a:p>
            <a:pPr marL="582372" lvl="1" indent="-291186" algn="just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11369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868491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59056"/>
            <a:ext cx="13895070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9479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205" y="1636171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17276" y="4167188"/>
            <a:ext cx="13895070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marL="906780" lvl="1" indent="-453390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marL="906780" lvl="1" indent="-453390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19166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79311" y="4532202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4177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87740" y="5294841"/>
            <a:ext cx="13895070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9633" y="1388696"/>
            <a:ext cx="12724296" cy="1456840"/>
          </a:xfrm>
          <a:custGeom>
            <a:avLst/>
            <a:gdLst/>
            <a:ahLst/>
            <a:cxnLst/>
            <a:rect l="l" t="t" r="r" b="b"/>
            <a:pathLst>
              <a:path w="12724296" h="1456840">
                <a:moveTo>
                  <a:pt x="0" y="0"/>
                </a:moveTo>
                <a:lnTo>
                  <a:pt x="12724296" y="0"/>
                </a:lnTo>
                <a:lnTo>
                  <a:pt x="12724296" y="1456840"/>
                </a:lnTo>
                <a:lnTo>
                  <a:pt x="0" y="1456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1875" y="3543662"/>
            <a:ext cx="17464249" cy="520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seven </a:t>
            </a:r>
            <a:r>
              <a:rPr lang="en-US" sz="2700" b="1" dirty="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(7). </a:t>
            </a: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 and thank you slide) </a:t>
            </a:r>
          </a:p>
          <a:p>
            <a:pPr marL="582930" lvl="1" indent="-291465" algn="l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582930" lvl="1" indent="-291465" algn="l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 </a:t>
            </a:r>
          </a:p>
          <a:p>
            <a:pPr marL="582930" lvl="1" indent="-291465" algn="l">
              <a:lnSpc>
                <a:spcPts val="2916"/>
              </a:lnSpc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Font should be in size :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Heading - 42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Subheading - 32</a:t>
            </a:r>
          </a:p>
          <a:p>
            <a:pPr marL="582930" lvl="1" indent="-291465" algn="l">
              <a:lnSpc>
                <a:spcPts val="291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Content - 24</a:t>
            </a:r>
          </a:p>
          <a:p>
            <a:pPr marL="291465" lvl="1" algn="l">
              <a:lnSpc>
                <a:spcPts val="2916"/>
              </a:lnSpc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5.You can only use provided template for making the PPT without changing the idea details pointers</a:t>
            </a:r>
          </a:p>
          <a:p>
            <a:pPr algn="just">
              <a:lnSpc>
                <a:spcPts val="2916"/>
              </a:lnSpc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(mentioned in previous slides).</a:t>
            </a:r>
          </a:p>
          <a:p>
            <a:pPr marL="291465" lvl="1" algn="l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6.You </a:t>
            </a: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need to save the file in PDF and upload the same on portal. No PPT, Word Doc or any other format</a:t>
            </a:r>
          </a:p>
          <a:p>
            <a:pPr algn="just">
              <a:lnSpc>
                <a:spcPts val="2916"/>
              </a:lnSpc>
            </a:pPr>
            <a:r>
              <a:rPr lang="en-US" sz="27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will be supported.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88632" lvl="1" indent="-244316" algn="just">
              <a:lnSpc>
                <a:spcPts val="2916"/>
              </a:lnSpc>
            </a:pPr>
            <a:r>
              <a:rPr lang="en-US" sz="2700" b="1" dirty="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have to delete this slide.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 dirty="0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865416"/>
            <a:ext cx="10746297" cy="42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4"/>
              </a:lnSpc>
              <a:spcBef>
                <a:spcPct val="0"/>
              </a:spcBef>
            </a:pPr>
            <a:r>
              <a:rPr lang="en-US" sz="2795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Please ensure below pointers are met while submitting the Idea PPT: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366485"/>
            <a:ext cx="18297479" cy="930883"/>
            <a:chOff x="0" y="0"/>
            <a:chExt cx="24396638" cy="12411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19" name="Freeform 1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9278" y="2550606"/>
            <a:ext cx="16459200" cy="5185788"/>
            <a:chOff x="0" y="0"/>
            <a:chExt cx="21945600" cy="6914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6914384"/>
            </a:xfrm>
            <a:custGeom>
              <a:avLst/>
              <a:gdLst/>
              <a:ahLst/>
              <a:cxnLst/>
              <a:rect l="l" t="t" r="r" b="b"/>
              <a:pathLst>
                <a:path w="21945600" h="6914384">
                  <a:moveTo>
                    <a:pt x="0" y="0"/>
                  </a:moveTo>
                  <a:lnTo>
                    <a:pt x="21945600" y="0"/>
                  </a:lnTo>
                  <a:lnTo>
                    <a:pt x="21945600" y="6914384"/>
                  </a:lnTo>
                  <a:lnTo>
                    <a:pt x="0" y="6914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312" b="2162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945600" cy="69620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879"/>
                </a:lnSpc>
              </a:pPr>
              <a:r>
                <a:rPr lang="en-US" sz="98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356117"/>
            <a:ext cx="18297479" cy="930883"/>
            <a:chOff x="0" y="0"/>
            <a:chExt cx="24396638" cy="12411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96638" cy="1241177"/>
              <a:chOff x="0" y="0"/>
              <a:chExt cx="3764913" cy="1915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913" cy="191540"/>
              </a:xfrm>
              <a:custGeom>
                <a:avLst/>
                <a:gdLst/>
                <a:ahLst/>
                <a:cxnLst/>
                <a:rect l="l" t="t" r="r" b="b"/>
                <a:pathLst>
                  <a:path w="3764913" h="191540">
                    <a:moveTo>
                      <a:pt x="0" y="0"/>
                    </a:moveTo>
                    <a:lnTo>
                      <a:pt x="3764913" y="0"/>
                    </a:lnTo>
                    <a:lnTo>
                      <a:pt x="3764913" y="191540"/>
                    </a:lnTo>
                    <a:lnTo>
                      <a:pt x="0" y="191540"/>
                    </a:lnTo>
                    <a:close/>
                  </a:path>
                </a:pathLst>
              </a:custGeom>
              <a:solidFill>
                <a:srgbClr val="0071C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3764913" cy="2105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24"/>
                  </a:lnSpc>
                </a:pPr>
                <a:endParaRPr/>
              </a:p>
              <a:p>
                <a:pPr algn="ctr">
                  <a:lnSpc>
                    <a:spcPts val="3124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3493488" y="341188"/>
              <a:ext cx="248285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22311" y="374128"/>
              <a:ext cx="2531269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4"/>
                </a:lnSpc>
                <a:spcBef>
                  <a:spcPct val="0"/>
                </a:spcBef>
              </a:pPr>
              <a:r>
                <a:rPr lang="en-US" sz="2603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AI – मंथन 2.0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37242" y="-20442"/>
            <a:ext cx="11413517" cy="900684"/>
            <a:chOff x="0" y="0"/>
            <a:chExt cx="15218022" cy="120091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27257"/>
              <a:ext cx="15218022" cy="1173656"/>
              <a:chOff x="0" y="0"/>
              <a:chExt cx="2703073" cy="20846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703073" cy="208468"/>
              </a:xfrm>
              <a:custGeom>
                <a:avLst/>
                <a:gdLst/>
                <a:ahLst/>
                <a:cxnLst/>
                <a:rect l="l" t="t" r="r" b="b"/>
                <a:pathLst>
                  <a:path w="2703073" h="208468">
                    <a:moveTo>
                      <a:pt x="29846" y="0"/>
                    </a:moveTo>
                    <a:lnTo>
                      <a:pt x="2673227" y="0"/>
                    </a:lnTo>
                    <a:cubicBezTo>
                      <a:pt x="2681143" y="0"/>
                      <a:pt x="2688734" y="3144"/>
                      <a:pt x="2694331" y="8742"/>
                    </a:cubicBezTo>
                    <a:cubicBezTo>
                      <a:pt x="2699929" y="14339"/>
                      <a:pt x="2703073" y="21930"/>
                      <a:pt x="2703073" y="29846"/>
                    </a:cubicBezTo>
                    <a:lnTo>
                      <a:pt x="2703073" y="178623"/>
                    </a:lnTo>
                    <a:cubicBezTo>
                      <a:pt x="2703073" y="195106"/>
                      <a:pt x="2689711" y="208468"/>
                      <a:pt x="2673227" y="208468"/>
                    </a:cubicBezTo>
                    <a:lnTo>
                      <a:pt x="29846" y="208468"/>
                    </a:lnTo>
                    <a:cubicBezTo>
                      <a:pt x="13362" y="208468"/>
                      <a:pt x="0" y="195106"/>
                      <a:pt x="0" y="178623"/>
                    </a:cubicBezTo>
                    <a:lnTo>
                      <a:pt x="0" y="29846"/>
                    </a:lnTo>
                    <a:cubicBezTo>
                      <a:pt x="0" y="13362"/>
                      <a:pt x="13362" y="0"/>
                      <a:pt x="298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9050"/>
                <a:ext cx="2703073" cy="227518"/>
              </a:xfrm>
              <a:prstGeom prst="rect">
                <a:avLst/>
              </a:prstGeom>
            </p:spPr>
            <p:txBody>
              <a:bodyPr lIns="158888" tIns="158888" rIns="158888" bIns="158888" rtlCol="0" anchor="ctr"/>
              <a:lstStyle/>
              <a:p>
                <a:pPr algn="just">
                  <a:lnSpc>
                    <a:spcPts val="982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273589" y="0"/>
              <a:ext cx="3225180" cy="1179721"/>
            </a:xfrm>
            <a:custGeom>
              <a:avLst/>
              <a:gdLst/>
              <a:ahLst/>
              <a:cxnLst/>
              <a:rect l="l" t="t" r="r" b="b"/>
              <a:pathLst>
                <a:path w="3225180" h="1179721">
                  <a:moveTo>
                    <a:pt x="0" y="0"/>
                  </a:moveTo>
                  <a:lnTo>
                    <a:pt x="3225180" y="0"/>
                  </a:lnTo>
                  <a:lnTo>
                    <a:pt x="3225180" y="1179721"/>
                  </a:lnTo>
                  <a:lnTo>
                    <a:pt x="0" y="1179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01" b="-1001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5117010" y="194821"/>
              <a:ext cx="4314511" cy="838527"/>
            </a:xfrm>
            <a:custGeom>
              <a:avLst/>
              <a:gdLst/>
              <a:ahLst/>
              <a:cxnLst/>
              <a:rect l="l" t="t" r="r" b="b"/>
              <a:pathLst>
                <a:path w="4314511" h="838527">
                  <a:moveTo>
                    <a:pt x="0" y="0"/>
                  </a:moveTo>
                  <a:lnTo>
                    <a:pt x="4314511" y="0"/>
                  </a:lnTo>
                  <a:lnTo>
                    <a:pt x="4314511" y="838527"/>
                  </a:lnTo>
                  <a:lnTo>
                    <a:pt x="0" y="83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47629" y="168317"/>
              <a:ext cx="2505724" cy="891536"/>
            </a:xfrm>
            <a:custGeom>
              <a:avLst/>
              <a:gdLst/>
              <a:ahLst/>
              <a:cxnLst/>
              <a:rect l="l" t="t" r="r" b="b"/>
              <a:pathLst>
                <a:path w="2505724" h="891536">
                  <a:moveTo>
                    <a:pt x="0" y="0"/>
                  </a:moveTo>
                  <a:lnTo>
                    <a:pt x="2505724" y="0"/>
                  </a:lnTo>
                  <a:lnTo>
                    <a:pt x="2505724" y="891535"/>
                  </a:lnTo>
                  <a:lnTo>
                    <a:pt x="0" y="891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01" b="-100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384991" y="139597"/>
            <a:ext cx="1915887" cy="1249099"/>
            <a:chOff x="0" y="0"/>
            <a:chExt cx="2554516" cy="1665465"/>
          </a:xfrm>
        </p:grpSpPr>
        <p:sp>
          <p:nvSpPr>
            <p:cNvPr id="19" name="Freeform 1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5582684" y="0"/>
            <a:ext cx="2705316" cy="1715305"/>
          </a:xfrm>
          <a:custGeom>
            <a:avLst/>
            <a:gdLst/>
            <a:ahLst/>
            <a:cxnLst/>
            <a:rect l="l" t="t" r="r" b="b"/>
            <a:pathLst>
              <a:path w="2705316" h="1715305">
                <a:moveTo>
                  <a:pt x="0" y="0"/>
                </a:moveTo>
                <a:lnTo>
                  <a:pt x="2705316" y="0"/>
                </a:lnTo>
                <a:lnTo>
                  <a:pt x="2705316" y="1715305"/>
                </a:lnTo>
                <a:lnTo>
                  <a:pt x="0" y="1715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90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Times New Roman Bold</vt:lpstr>
      <vt:lpstr>Calibri</vt:lpstr>
      <vt:lpstr>Arial Bold</vt:lpstr>
      <vt:lpstr>Georgia Pro</vt:lpstr>
      <vt:lpstr>Calibri (MS)</vt:lpstr>
      <vt:lpstr>Tahoma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AI MANTHAN ppt template.pptx</dc:title>
  <cp:lastModifiedBy>karanpratap singh sisodiya</cp:lastModifiedBy>
  <cp:revision>2</cp:revision>
  <dcterms:created xsi:type="dcterms:W3CDTF">2006-08-16T00:00:00Z</dcterms:created>
  <dcterms:modified xsi:type="dcterms:W3CDTF">2026-09-30T05:35:28Z</dcterms:modified>
  <dc:identifier>DAHWj71VrMc</dc:identifier>
</cp:coreProperties>
</file>